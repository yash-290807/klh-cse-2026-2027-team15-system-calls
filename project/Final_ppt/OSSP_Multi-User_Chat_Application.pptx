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EFE-43A0-B147-28867E9C619C}"/>
              </c:ext>
            </c:extLst>
          </c:dPt>
          <c:dPt>
            <c:idx val="1"/>
            <c:bubble3D val="0"/>
            <c:spPr>
              <a:solidFill>
                <a:srgbClr val="E5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FEFE-43A0-B147-28867E9C619C}"/>
              </c:ext>
            </c:extLst>
          </c:dPt>
          <c:cat>
            <c:strRef>
              <c:f>Sheet1!$A$2:$A$3</c:f>
              <c:strCache>
                <c:ptCount val="2"/>
                <c:pt idx="0">
                  <c:v>Contribution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FE-43A0-B147-28867E9C6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28A-4D3B-B40C-F7A0D3F04870}"/>
              </c:ext>
            </c:extLst>
          </c:dPt>
          <c:dPt>
            <c:idx val="1"/>
            <c:bubble3D val="0"/>
            <c:spPr>
              <a:solidFill>
                <a:srgbClr val="E5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E28A-4D3B-B40C-F7A0D3F04870}"/>
              </c:ext>
            </c:extLst>
          </c:dPt>
          <c:cat>
            <c:strRef>
              <c:f>Sheet1!$A$2:$A$3</c:f>
              <c:strCache>
                <c:ptCount val="2"/>
                <c:pt idx="0">
                  <c:v>Contribution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8A-4D3B-B40C-F7A0D3F048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C5-4EE1-A590-46DA4B3A3C36}"/>
              </c:ext>
            </c:extLst>
          </c:dPt>
          <c:dPt>
            <c:idx val="1"/>
            <c:bubble3D val="0"/>
            <c:spPr>
              <a:solidFill>
                <a:srgbClr val="E5E7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C5-4EE1-A590-46DA4B3A3C36}"/>
              </c:ext>
            </c:extLst>
          </c:dPt>
          <c:cat>
            <c:strRef>
              <c:f>Sheet1!$A$2:$A$3</c:f>
              <c:strCache>
                <c:ptCount val="2"/>
                <c:pt idx="0">
                  <c:v>Contribution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C5-4EE1-A590-46DA4B3A3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38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Chat Application Using Linux System Calls  |  OSSP  |  KLEF  |  Team 15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3.xml"/><Relationship Id="rId11" Type="http://schemas.openxmlformats.org/officeDocument/2006/relationships/image" Target="../media/image7.png"/><Relationship Id="rId5" Type="http://schemas.openxmlformats.org/officeDocument/2006/relationships/chart" Target="../charts/chart2.xml"/><Relationship Id="rId10" Type="http://schemas.openxmlformats.org/officeDocument/2006/relationships/image" Target="../media/image5.png"/><Relationship Id="rId4" Type="http://schemas.openxmlformats.org/officeDocument/2006/relationships/chart" Target="../charts/chart1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4480560" cy="4480560"/>
          </a:xfrm>
          <a:prstGeom prst="ellipse">
            <a:avLst/>
          </a:prstGeom>
          <a:solidFill>
            <a:srgbClr val="F7F8FA"/>
          </a:solidFill>
          <a:ln w="635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4297680"/>
            <a:ext cx="228600" cy="228600"/>
          </a:xfrm>
          <a:prstGeom prst="ellipse">
            <a:avLst/>
          </a:prstGeom>
          <a:solidFill>
            <a:srgbClr val="E6F7F5"/>
          </a:solidFill>
          <a:ln w="6350">
            <a:solidFill>
              <a:srgbClr val="E6F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3880" y="1783080"/>
            <a:ext cx="1371600" cy="9144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9555480" y="1783080"/>
            <a:ext cx="1371600" cy="9144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8183880" y="2697480"/>
            <a:ext cx="1371600" cy="10972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555480" y="2697480"/>
            <a:ext cx="1371600" cy="10972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99832" y="139903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159105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452360" y="22128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543032" y="139903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159105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195560" y="22128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799832" y="341071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36027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52360" y="42245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0543032" y="341071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60273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195560" y="42245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4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006840" y="2148840"/>
            <a:ext cx="1097280" cy="10972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42316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PROJECT  |  TEAM 15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100584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CHAT APPLICATION USING LINUX SYSTEM CALLS</a:t>
            </a:r>
            <a:endParaRPr lang="en-US" sz="36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29260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TCP-Based Client-Server Communication System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35204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(KLEF)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(OSSP)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S-04  |  Team 15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Dr. Soumya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2026–2027, Term I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22960" y="5440680"/>
            <a:ext cx="457200" cy="45720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554980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17320" y="5440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Yashwanth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417320" y="5733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2520030259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4480560" y="5440680"/>
            <a:ext cx="457200" cy="45720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5554980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074920" y="5440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Bharath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5074920" y="5733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2520030169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8138160" y="5440680"/>
            <a:ext cx="457200" cy="45720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460" y="5554980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732520" y="5440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Praneeth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8732520" y="5733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2520030186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AND 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Multi-User Chat Application is a network-based communication system developed using the C programming language and Linux system calls. It allows multiple users to connect to a central server and exchange messages in real time.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TCP socket programming for reliable communication, process management using fork(), and inter-process communication using pipes.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2336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communication between multiple users.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centralized client-server architecture.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private messaging and broadcast messaging.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important Operating System concepts.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networking and process management using Linux system calls.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1280160"/>
            <a:ext cx="4114800" cy="493776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377440"/>
            <a:ext cx="1280160" cy="9144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646920" y="2377440"/>
            <a:ext cx="1280160" cy="9144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46920" y="3291840"/>
            <a:ext cx="0" cy="13716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955280" y="196596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0" y="217170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635240" y="2834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515600" y="196596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1340" y="21717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195560" y="2834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235440" y="425196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44577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15400" y="5120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3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52560" y="2697480"/>
            <a:ext cx="1188720" cy="1188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9740" y="299466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0" y="5760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through a central server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846320" cy="4937760"/>
          </a:xfrm>
          <a:prstGeom prst="roundRect">
            <a:avLst>
              <a:gd name="adj" fmla="val 1887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chat implementations may not demonstrate how operating system concepts such as process creation, inter-process communication, socket programming, and resource management work together in a multi-user environment.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aims to develop a multi-user chat application that demonstrates these concepts through a practical client-server implementation.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8920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48920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54864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486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54864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5486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0" y="164592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9525">
            <a:solidFill>
              <a:srgbClr val="EAF1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0" y="198882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492240" y="1783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 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multi-user chat application using C.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0" y="274320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06440" y="3035808"/>
            <a:ext cx="457200" cy="45720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3150108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355080" y="2834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reliable communication using TCP sockets.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778240" y="274320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915400" y="3035808"/>
            <a:ext cx="457200" cy="45720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3150108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464040" y="2834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multiple connected clients.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669280" y="3913632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806440" y="4206240"/>
            <a:ext cx="457200" cy="45720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740" y="432054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355080" y="400507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process creation using fork().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8778240" y="3913632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915400" y="4206240"/>
            <a:ext cx="457200" cy="45720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0" y="4320540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464040" y="400507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IPC using pipes.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5669280" y="5084064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806440" y="5376672"/>
            <a:ext cx="457200" cy="45720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0740" y="5490972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355080" y="517550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private and broadcast messaging.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8778240" y="5084064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8915400" y="5376672"/>
            <a:ext cx="457200" cy="45720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9700" y="5490972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464040" y="517550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practical usage of Linux system calls.</a:t>
            </a:r>
            <a:endParaRPr lang="en-US" sz="13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AND PROPOSED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11480" cy="411480"/>
          </a:xfrm>
          <a:prstGeom prst="ellipse">
            <a:avLst/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565910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536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chat implementations may support limited communication.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systems do not demonstrate Linux process management.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Multiple-client handling may be limited.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communication may not be demonstrated clearly.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practical exposure to operating system system calls.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280160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E6F7F5"/>
          </a:solidFill>
          <a:ln w="9525">
            <a:solidFill>
              <a:srgbClr val="E6F7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463040"/>
            <a:ext cx="411480" cy="411480"/>
          </a:xfrm>
          <a:prstGeom prst="ellipse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1565910"/>
            <a:ext cx="205740" cy="2057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1536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0574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TCP client-server architecture.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client connections.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fork() for child process creation.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pipes for parent-child communication.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private and broadcast messaging.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Linux system calls in a practical application.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200" y="53949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65099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60120" y="53949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communication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2697480" y="53949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65099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200400" y="53949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937760" y="53949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565099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40680" y="53949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OS concepts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178040" y="53949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65099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680960" y="53949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TCP communication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9418320" y="53949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5650992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921240" y="53949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Command-based interaction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AND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0" y="1097280"/>
            <a:ext cx="8046720" cy="3611880"/>
          </a:xfrm>
          <a:prstGeom prst="roundRect">
            <a:avLst>
              <a:gd name="adj" fmla="val 2532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8620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TCP SERVER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23774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276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34640" y="1828800"/>
            <a:ext cx="118872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834640" y="1554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23360" y="1435608"/>
            <a:ext cx="25603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06240" y="148132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1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– handles Client 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0" y="1828800"/>
            <a:ext cx="210312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658368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487168"/>
            <a:ext cx="23774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2491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43000" y="2560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2834640" y="2926080"/>
            <a:ext cx="118872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18" name="Text 14"/>
          <p:cNvSpPr txBox="1"/>
          <p:nvPr/>
        </p:nvSpPr>
        <p:spPr>
          <a:xfrm>
            <a:off x="2834640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023360" y="2532888"/>
            <a:ext cx="25603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206240" y="257860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2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– handles Client 2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583680" y="2926080"/>
            <a:ext cx="210312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6583680" y="2651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7200" y="3584448"/>
            <a:ext cx="23774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2219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143000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connected user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2834640" y="4023360"/>
            <a:ext cx="118872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27" name="Text 22"/>
          <p:cNvSpPr txBox="1"/>
          <p:nvPr/>
        </p:nvSpPr>
        <p:spPr>
          <a:xfrm>
            <a:off x="2834640" y="3749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023360" y="3630168"/>
            <a:ext cx="25603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206240" y="367588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3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– handles Client 3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583680" y="4023360"/>
            <a:ext cx="210312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31" name="Text 26"/>
          <p:cNvSpPr txBox="1"/>
          <p:nvPr/>
        </p:nvSpPr>
        <p:spPr>
          <a:xfrm>
            <a:off x="6583680" y="3749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686800" y="1600200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740" y="1897380"/>
            <a:ext cx="228600" cy="22860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77824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Server Process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9006840" y="27889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connections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client information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messages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457200" y="4983480"/>
            <a:ext cx="64008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38" name="Text 32"/>
          <p:cNvSpPr txBox="1"/>
          <p:nvPr/>
        </p:nvSpPr>
        <p:spPr>
          <a:xfrm>
            <a:off x="118872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 connection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023360" y="4983480"/>
            <a:ext cx="640080" cy="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headEnd type="none"/>
            <a:tailEnd type="none"/>
          </a:ln>
        </p:spPr>
      </p:sp>
      <p:sp>
        <p:nvSpPr>
          <p:cNvPr id="40" name="Text 34"/>
          <p:cNvSpPr txBox="1"/>
          <p:nvPr/>
        </p:nvSpPr>
        <p:spPr>
          <a:xfrm>
            <a:off x="475488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pipe (child to parent)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457200" y="5303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connects to the central server through TCP.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accepts incoming client connections.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process is created using fork() for each client.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6217920" y="5303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processes send events to the parent through pipes.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keeps client information and routes messages.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sends messages to the appropriate clients.</a:t>
            </a:r>
            <a:endParaRPr lang="en-US" sz="12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2011680" cy="4297680"/>
          </a:xfrm>
          <a:prstGeom prst="roundRect">
            <a:avLst>
              <a:gd name="adj" fmla="val 4545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6276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Initialization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1691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TCP socket.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IP and port using bind().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listening using listen().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64592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88920" y="1325880"/>
            <a:ext cx="2011680" cy="4297680"/>
          </a:xfrm>
          <a:prstGeom prst="roundRect">
            <a:avLst>
              <a:gd name="adj" fmla="val 4545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971800" y="1554480"/>
            <a:ext cx="548640" cy="54864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971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162763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71800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Connection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971800" y="3108960"/>
            <a:ext cx="1691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creates a socket.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using connect().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a username.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645920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74920" y="1325880"/>
            <a:ext cx="2011680" cy="4297680"/>
          </a:xfrm>
          <a:prstGeom prst="roundRect">
            <a:avLst>
              <a:gd name="adj" fmla="val 4545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257800" y="1554480"/>
            <a:ext cx="548640" cy="54864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257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627632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257800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Handling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5257800" y="3108960"/>
            <a:ext cx="1691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using accept().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child using fork().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handles its assigned client.</a:t>
            </a:r>
            <a:endParaRPr lang="en-US" sz="13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1645920"/>
            <a:ext cx="237744" cy="23774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360920" y="1325880"/>
            <a:ext cx="2011680" cy="4297680"/>
          </a:xfrm>
          <a:prstGeom prst="roundRect">
            <a:avLst>
              <a:gd name="adj" fmla="val 4545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543800" y="1554480"/>
            <a:ext cx="548640" cy="54864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7543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1627632"/>
            <a:ext cx="411480" cy="41148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543800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Communication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7543800" y="3108960"/>
            <a:ext cx="1691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using send().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receives using recv().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routes messages to the correct users.</a:t>
            </a:r>
            <a:endParaRPr lang="en-US" sz="13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1645920"/>
            <a:ext cx="237744" cy="237744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9646920" y="1325880"/>
            <a:ext cx="2011680" cy="4297680"/>
          </a:xfrm>
          <a:prstGeom prst="roundRect">
            <a:avLst>
              <a:gd name="adj" fmla="val 4545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9829800" y="1554480"/>
            <a:ext cx="548640" cy="54864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9829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8520" y="1627632"/>
            <a:ext cx="411480" cy="41148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829800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Disconnection</a:t>
            </a:r>
            <a:endParaRPr lang="en-US" sz="1600" dirty="0"/>
          </a:p>
        </p:txBody>
      </p:sp>
      <p:sp>
        <p:nvSpPr>
          <p:cNvPr id="36" name="Text 25"/>
          <p:cNvSpPr txBox="1"/>
          <p:nvPr/>
        </p:nvSpPr>
        <p:spPr>
          <a:xfrm>
            <a:off x="9829800" y="3108960"/>
            <a:ext cx="1691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enters /quit.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is closed.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cleans up processes and resources.</a:t>
            </a:r>
            <a:endParaRPr lang="en-US" sz="1300" dirty="0"/>
          </a:p>
        </p:txBody>
      </p:sp>
      <p:sp>
        <p:nvSpPr>
          <p:cNvPr id="37" name="Shape 26"/>
          <p:cNvSpPr/>
          <p:nvPr/>
        </p:nvSpPr>
        <p:spPr>
          <a:xfrm>
            <a:off x="502920" y="5760720"/>
            <a:ext cx="11155680" cy="502920"/>
          </a:xfrm>
          <a:prstGeom prst="roundRect">
            <a:avLst>
              <a:gd name="adj" fmla="val 18182"/>
            </a:avLst>
          </a:prstGeom>
          <a:solidFill>
            <a:srgbClr val="EAF1FE"/>
          </a:solidFill>
          <a:ln w="9525">
            <a:solidFill>
              <a:srgbClr val="EAF1FE"/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502920" y="5760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socket()  &gt;  bind()  &gt;  listen()  &gt;  accept()  &gt;  fork()  &gt;  send() / recv()  &gt;  close()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AND THEIR FUNCTIONS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4937760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547622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3566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socket()</a:t>
            </a: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Creates a communication endpoint.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bind()</a:t>
            </a: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Assigns an address and port.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listen()</a:t>
            </a: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Makes the server ready for incoming connections.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accept()</a:t>
            </a: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Accepts a client connection.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connect()</a:t>
            </a: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Connects a client to the server.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</a:t>
            </a: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Sends data through a socket.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recv()</a:t>
            </a: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Receives data through a socket.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444752"/>
            <a:ext cx="411480" cy="41148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10" y="1547622"/>
            <a:ext cx="205740" cy="2057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5740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Creates a child process.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getpid()</a:t>
            </a: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Returns the process ID.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waitpid()</a:t>
            </a: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Waits for a child and collects its exit status.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321040" y="12801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03920" y="1444752"/>
            <a:ext cx="411480" cy="41148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790" y="1547622"/>
            <a:ext cx="205740" cy="2057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Comm.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549640" y="205740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pipe()</a:t>
            </a: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Creates a communication channel.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</a:t>
            </a: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Reads data.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</a:t>
            </a: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Writes data.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09160" y="384048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4005072"/>
            <a:ext cx="411480" cy="41148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910" y="4107942"/>
            <a:ext cx="205740" cy="2057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and Resources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937760" y="461772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sigaction()</a:t>
            </a: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Configures signal handling.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kill()</a:t>
            </a: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Sends a signal to a process.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close()</a:t>
            </a: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Closes a file descriptor or socket.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8321040" y="384048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503920" y="4005072"/>
            <a:ext cx="411480" cy="41148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790" y="4107942"/>
            <a:ext cx="205740" cy="2057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052560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Input Monitoring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8549640" y="461772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select()</a:t>
            </a: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Monitors multiple file descriptors.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AND INTER-PROCESS COMMUNICATION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using fork()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creates a child process for each connected client.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continues accepting connections and managing client information.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process handles its assigned client.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clients are handled concurrently.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Communication using Pipes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2336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 is a communication channel between related processes.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send client events to the parent through pipes.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reads these events and performs message routing.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28016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160020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26680" y="1600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events, routes messages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39319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3931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1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V="1">
            <a:off x="7498080" y="2468880"/>
            <a:ext cx="731520" cy="146304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366760" y="39319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3931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2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98280" y="2468880"/>
            <a:ext cx="0" cy="146304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headEnd type="triangl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966960" y="39319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66960" y="3931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3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966960" y="2468880"/>
            <a:ext cx="731520" cy="146304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  <a:headEnd type="triangl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9235440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flow from children to the parent through pipes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577840"/>
            <a:ext cx="1527048" cy="502920"/>
          </a:xfrm>
          <a:prstGeom prst="roundRect">
            <a:avLst>
              <a:gd name="adj" fmla="val 18182"/>
            </a:avLst>
          </a:prstGeom>
          <a:solidFill>
            <a:srgbClr val="EAF1FE"/>
          </a:solidFill>
          <a:ln w="9525">
            <a:solidFill>
              <a:srgbClr val="EAF1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557784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75688" y="5577840"/>
            <a:ext cx="1527048" cy="502920"/>
          </a:xfrm>
          <a:prstGeom prst="roundRect">
            <a:avLst>
              <a:gd name="adj" fmla="val 18182"/>
            </a:avLst>
          </a:prstGeom>
          <a:solidFill>
            <a:srgbClr val="EAF1FE"/>
          </a:solidFill>
          <a:ln w="9525">
            <a:solidFill>
              <a:srgbClr val="EAF1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75688" y="557784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94176" y="5577840"/>
            <a:ext cx="1527048" cy="502920"/>
          </a:xfrm>
          <a:prstGeom prst="roundRect">
            <a:avLst>
              <a:gd name="adj" fmla="val 18182"/>
            </a:avLst>
          </a:prstGeom>
          <a:solidFill>
            <a:srgbClr val="EAF1FE"/>
          </a:solidFill>
          <a:ln w="9525">
            <a:solidFill>
              <a:srgbClr val="EAF1F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94176" y="557784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12664" y="5577840"/>
            <a:ext cx="1527048" cy="502920"/>
          </a:xfrm>
          <a:prstGeom prst="roundRect">
            <a:avLst>
              <a:gd name="adj" fmla="val 18182"/>
            </a:avLst>
          </a:prstGeom>
          <a:solidFill>
            <a:srgbClr val="EAF1FE"/>
          </a:solidFill>
          <a:ln w="9525">
            <a:solidFill>
              <a:srgbClr val="EAF1F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12664" y="557784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31152" y="5577840"/>
            <a:ext cx="1527048" cy="502920"/>
          </a:xfrm>
          <a:prstGeom prst="roundRect">
            <a:avLst>
              <a:gd name="adj" fmla="val 18182"/>
            </a:avLst>
          </a:prstGeom>
          <a:solidFill>
            <a:srgbClr val="EAF1FE"/>
          </a:solidFill>
          <a:ln w="9525">
            <a:solidFill>
              <a:srgbClr val="EAF1F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31152" y="557784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49640" y="5577840"/>
            <a:ext cx="1527048" cy="502920"/>
          </a:xfrm>
          <a:prstGeom prst="roundRect">
            <a:avLst>
              <a:gd name="adj" fmla="val 18182"/>
            </a:avLst>
          </a:prstGeom>
          <a:solidFill>
            <a:srgbClr val="EAF1FE"/>
          </a:solidFill>
          <a:ln w="9525">
            <a:solidFill>
              <a:srgbClr val="EAF1F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49640" y="557784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168128" y="5577840"/>
            <a:ext cx="1527048" cy="502920"/>
          </a:xfrm>
          <a:prstGeom prst="roundRect">
            <a:avLst>
              <a:gd name="adj" fmla="val 18182"/>
            </a:avLst>
          </a:prstGeom>
          <a:solidFill>
            <a:srgbClr val="EAF1FE"/>
          </a:solidFill>
          <a:ln w="9525">
            <a:solidFill>
              <a:srgbClr val="EAF1F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68128" y="557784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cleanup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44752"/>
            <a:ext cx="457200" cy="45720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55905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36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Functionality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TCP connection with the server.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username from the user.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and receives messages.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chat commands.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select() to monitor keyboard input and server socket activity.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28016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1444752"/>
            <a:ext cx="457200" cy="457200"/>
          </a:xfrm>
          <a:prstGeom prst="ellipse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155905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1536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Functionality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1031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initializes the server socket.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for and accepts multiple clients.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child processes using fork().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client information.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private and broadcast messages.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disconnections and process cleanup.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4434840"/>
            <a:ext cx="1124712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720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Commands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4937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49377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available commands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5193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754880" y="519379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connected users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5449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/msg username message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754880" y="544982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private message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5705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/broadcast message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754880" y="570585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message to all connected users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5961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/quit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754880" y="596188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the chat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611630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Yashwanth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2520030259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560320" y="1417320"/>
          <a:ext cx="128016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2560320" y="14173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8346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development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connection handling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management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processing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testing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97680" y="128016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26280" y="1508760"/>
            <a:ext cx="411480" cy="41148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1611630"/>
            <a:ext cx="205740" cy="2057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628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Bharath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2520030169</a:t>
            </a:r>
            <a:endParaRPr lang="en-US" sz="1200" dirty="0"/>
          </a:p>
        </p:txBody>
      </p:sp>
      <p:graphicFrame>
        <p:nvGraphicFramePr>
          <p:cNvPr id="16" name="Chart 1"/>
          <p:cNvGraphicFramePr/>
          <p:nvPr/>
        </p:nvGraphicFramePr>
        <p:xfrm>
          <a:off x="6400800" y="1417320"/>
          <a:ext cx="128016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 11"/>
          <p:cNvSpPr txBox="1"/>
          <p:nvPr/>
        </p:nvSpPr>
        <p:spPr>
          <a:xfrm>
            <a:off x="6400800" y="14173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4526280" y="28346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development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using fork()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using pipes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routing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138160" y="128016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366760" y="1508760"/>
            <a:ext cx="411480" cy="411480"/>
          </a:xfrm>
          <a:prstGeom prst="ellipse">
            <a:avLst/>
          </a:prstGeom>
          <a:solidFill>
            <a:srgbClr val="EAF1FE"/>
          </a:solidFill>
          <a:ln w="6350">
            <a:solidFill>
              <a:srgbClr val="EAF1FE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1611630"/>
            <a:ext cx="205740" cy="2057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36676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Praneeth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836676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2520030186</a:t>
            </a:r>
            <a:endParaRPr lang="en-US" sz="1200" dirty="0"/>
          </a:p>
        </p:txBody>
      </p:sp>
      <p:graphicFrame>
        <p:nvGraphicFramePr>
          <p:cNvPr id="24" name="Chart 2"/>
          <p:cNvGraphicFramePr/>
          <p:nvPr/>
        </p:nvGraphicFramePr>
        <p:xfrm>
          <a:off x="10241280" y="1417320"/>
          <a:ext cx="128016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5" name="Text 17"/>
          <p:cNvSpPr txBox="1"/>
          <p:nvPr/>
        </p:nvSpPr>
        <p:spPr>
          <a:xfrm>
            <a:off x="10241280" y="14173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26" name="Text 18"/>
          <p:cNvSpPr txBox="1"/>
          <p:nvPr/>
        </p:nvSpPr>
        <p:spPr>
          <a:xfrm>
            <a:off x="8366760" y="28346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testing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verification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reporting and testing support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support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preparation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457200" y="525780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321808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66928" y="55961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100" dirty="0"/>
          </a:p>
        </p:txBody>
      </p:sp>
      <p:sp>
        <p:nvSpPr>
          <p:cNvPr id="31" name="Text 22"/>
          <p:cNvSpPr txBox="1"/>
          <p:nvPr/>
        </p:nvSpPr>
        <p:spPr>
          <a:xfrm>
            <a:off x="566928" y="5833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development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2080260" y="525780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9988" y="5321808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2189988" y="55961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Ubuntu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2189988" y="5833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703320" y="525780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3048" y="5321808"/>
            <a:ext cx="237744" cy="237744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3813048" y="55961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</a:t>
            </a:r>
            <a:endParaRPr lang="en-US" sz="1100" dirty="0"/>
          </a:p>
        </p:txBody>
      </p:sp>
      <p:sp>
        <p:nvSpPr>
          <p:cNvPr id="39" name="Text 28"/>
          <p:cNvSpPr txBox="1"/>
          <p:nvPr/>
        </p:nvSpPr>
        <p:spPr>
          <a:xfrm>
            <a:off x="3813048" y="5833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on Windows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5326380" y="525780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6108" y="5321808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5436108" y="55961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Sockets</a:t>
            </a:r>
            <a:endParaRPr lang="en-US" sz="1100" dirty="0"/>
          </a:p>
        </p:txBody>
      </p:sp>
      <p:sp>
        <p:nvSpPr>
          <p:cNvPr id="43" name="Text 31"/>
          <p:cNvSpPr txBox="1"/>
          <p:nvPr/>
        </p:nvSpPr>
        <p:spPr>
          <a:xfrm>
            <a:off x="5436108" y="5833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communication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6949440" y="525780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9168" y="5321808"/>
            <a:ext cx="237744" cy="2377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059168" y="55961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Calls</a:t>
            </a:r>
            <a:endParaRPr lang="en-US" sz="1100" dirty="0"/>
          </a:p>
        </p:txBody>
      </p:sp>
      <p:sp>
        <p:nvSpPr>
          <p:cNvPr id="47" name="Text 34"/>
          <p:cNvSpPr txBox="1"/>
          <p:nvPr/>
        </p:nvSpPr>
        <p:spPr>
          <a:xfrm>
            <a:off x="7059168" y="5833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operations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8572500" y="525780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2228" y="5321808"/>
            <a:ext cx="237744" cy="237744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8682228" y="55961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1100" dirty="0"/>
          </a:p>
        </p:txBody>
      </p:sp>
      <p:sp>
        <p:nvSpPr>
          <p:cNvPr id="51" name="Text 37"/>
          <p:cNvSpPr txBox="1"/>
          <p:nvPr/>
        </p:nvSpPr>
        <p:spPr>
          <a:xfrm>
            <a:off x="8682228" y="5833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</a:t>
            </a:r>
            <a:endParaRPr lang="en-US" sz="1000" dirty="0"/>
          </a:p>
        </p:txBody>
      </p:sp>
      <p:sp>
        <p:nvSpPr>
          <p:cNvPr id="52" name="Shape 38"/>
          <p:cNvSpPr/>
          <p:nvPr/>
        </p:nvSpPr>
        <p:spPr>
          <a:xfrm>
            <a:off x="10195560" y="525780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5288" y="5321808"/>
            <a:ext cx="237744" cy="237744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10305288" y="55961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55" name="Text 40"/>
          <p:cNvSpPr txBox="1"/>
          <p:nvPr/>
        </p:nvSpPr>
        <p:spPr>
          <a:xfrm>
            <a:off x="10305288" y="5833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and testing</a:t>
            </a:r>
            <a:endParaRPr lang="en-US" sz="10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94A3B8"/>
            </a:solidFill>
            <a:prstDash val="dash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148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SERVER RUNNING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terminal showing the server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07385" y="12344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94A3B8"/>
            </a:solidFill>
            <a:prstDash val="dash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665" y="15544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07385" y="2148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3307385" y="28803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CLIENT CONNECTION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 client connected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57570" y="12344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94A3B8"/>
            </a:solidFill>
            <a:prstDash val="dash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850" y="15544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57570" y="2148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157570" y="28803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MULTI-USER CHAT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connected clients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007754" y="12344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94A3B8"/>
            </a:solidFill>
            <a:prstDash val="dash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034" y="15544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07754" y="2148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9007754" y="28803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MESSAGE DEMONSTRATION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broadcast messages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3657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Scenarios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023360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startup on port 8080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connection to the server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joining the chat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handling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messaging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messaging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connected users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disconnection using /quit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475488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Demonstration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754880" y="402336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937760" y="4160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1: yaswanth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2: bharath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/msg bharath Hello Bharath!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/broadcast Hello everyone!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2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/quit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402336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TCP-based client-server chat application.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communication between multiple clients.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private and broadcast messaging.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process management using fork().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IPC using pipes.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practical usage of Linux system calls.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D5A3007-174C-D603-61BE-1D9939947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75" y="1234440"/>
            <a:ext cx="2715405" cy="15544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9C51EBE-D671-ECBC-1569-B9249DC69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459" y="1188720"/>
            <a:ext cx="2715406" cy="166030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E0B7D22-7FEC-FA93-EE11-411FE5920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7570" y="1234440"/>
            <a:ext cx="2697480" cy="15544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E2C35D0-CA61-2718-6507-BF981A5503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7754" y="1222898"/>
            <a:ext cx="2696566" cy="8611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5F973FC-B4AA-DC26-05F6-65D0BAA0BF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8986" y="2057400"/>
            <a:ext cx="2705334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Multi-User Chat Application demonstrates network communication and operating system concepts using C programming and Linux system calls.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TCP socket programming, process management using fork(), and inter-process communication using pipes to support multiple connected users.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practical experience in Linux system programming, networking, and resource management.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947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3291840" cy="438912"/>
          </a:xfrm>
          <a:prstGeom prst="roundRect">
            <a:avLst>
              <a:gd name="adj" fmla="val 20833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4361688"/>
            <a:ext cx="128016" cy="128016"/>
          </a:xfrm>
          <a:prstGeom prst="ellipse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062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message encryption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86200" y="4206240"/>
            <a:ext cx="3291840" cy="438912"/>
          </a:xfrm>
          <a:prstGeom prst="roundRect">
            <a:avLst>
              <a:gd name="adj" fmla="val 20833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4361688"/>
            <a:ext cx="128016" cy="128016"/>
          </a:xfrm>
          <a:prstGeom prst="ellipse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1960" y="42062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 between users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736592"/>
            <a:ext cx="3291840" cy="438912"/>
          </a:xfrm>
          <a:prstGeom prst="roundRect">
            <a:avLst>
              <a:gd name="adj" fmla="val 20833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4892040"/>
            <a:ext cx="128016" cy="128016"/>
          </a:xfrm>
          <a:prstGeom prst="ellipse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73659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86200" y="4736592"/>
            <a:ext cx="3291840" cy="438912"/>
          </a:xfrm>
          <a:prstGeom prst="roundRect">
            <a:avLst>
              <a:gd name="adj" fmla="val 20833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4892040"/>
            <a:ext cx="128016" cy="128016"/>
          </a:xfrm>
          <a:prstGeom prst="ellipse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51960" y="473659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 management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266944"/>
            <a:ext cx="3291840" cy="438912"/>
          </a:xfrm>
          <a:prstGeom prst="roundRect">
            <a:avLst>
              <a:gd name="adj" fmla="val 20833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5422392"/>
            <a:ext cx="128016" cy="128016"/>
          </a:xfrm>
          <a:prstGeom prst="ellipse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26694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 and storage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86200" y="5266944"/>
            <a:ext cx="3291840" cy="438912"/>
          </a:xfrm>
          <a:prstGeom prst="roundRect">
            <a:avLst>
              <a:gd name="adj" fmla="val 20833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5422392"/>
            <a:ext cx="128016" cy="128016"/>
          </a:xfrm>
          <a:prstGeom prst="ellipse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51960" y="526694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authentication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797296"/>
            <a:ext cx="3291840" cy="438912"/>
          </a:xfrm>
          <a:prstGeom prst="roundRect">
            <a:avLst>
              <a:gd name="adj" fmla="val 20833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52744"/>
            <a:ext cx="128016" cy="128016"/>
          </a:xfrm>
          <a:prstGeom prst="ellipse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79729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scalability and performance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89520" y="1280160"/>
            <a:ext cx="4114800" cy="493776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1920240"/>
            <a:ext cx="1280160" cy="8229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9646920" y="1920240"/>
            <a:ext cx="1280160" cy="8229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46920" y="2743200"/>
            <a:ext cx="0" cy="11430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82712" y="153619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728216"/>
            <a:ext cx="384048" cy="384048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10543032" y="153619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1728216"/>
            <a:ext cx="384048" cy="38404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9262872" y="350215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896" y="3694176"/>
            <a:ext cx="384048" cy="384048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9098280" y="2194560"/>
            <a:ext cx="1097280" cy="10972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468880"/>
            <a:ext cx="548640" cy="54864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589520" y="4480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0" name="Text 34"/>
          <p:cNvSpPr txBox="1"/>
          <p:nvPr/>
        </p:nvSpPr>
        <p:spPr>
          <a:xfrm>
            <a:off x="7589520" y="5349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ANSWERS</a:t>
            </a:r>
            <a:endParaRPr lang="en-US" sz="16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SP Minimal White">
  <a:themeElements>
    <a:clrScheme name="OSSP Minimal White">
      <a:dk1>
        <a:srgbClr val="172B4D"/>
      </a:dk1>
      <a:lt1>
        <a:srgbClr val="FFFFFF"/>
      </a:lt1>
      <a:dk2>
        <a:srgbClr val="64748B"/>
      </a:dk2>
      <a:lt2>
        <a:srgbClr val="F7F8FA"/>
      </a:lt2>
      <a:accent1>
        <a:srgbClr val="2563EB"/>
      </a:accent1>
      <a:accent2>
        <a:srgbClr val="14B8A6"/>
      </a:accent2>
      <a:accent3>
        <a:srgbClr val="1D4ED8"/>
      </a:accent3>
      <a:accent4>
        <a:srgbClr val="0F766E"/>
      </a:accent4>
      <a:accent5>
        <a:srgbClr val="94A3B8"/>
      </a:accent5>
      <a:accent6>
        <a:srgbClr val="E5E7EB"/>
      </a:accent6>
      <a:hlink>
        <a:srgbClr val="2563EB"/>
      </a:hlink>
      <a:folHlink>
        <a:srgbClr val="64748B"/>
      </a:folHlink>
    </a:clrScheme>
    <a:fontScheme name="OSSP Minimal Whi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1376</Words>
  <Application>Microsoft Office PowerPoint</Application>
  <PresentationFormat>Widescreen</PresentationFormat>
  <Paragraphs>317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OSSP Minimal White</vt:lpstr>
      <vt:lpstr>PowerPoint Presentation</vt:lpstr>
      <vt:lpstr>ABSTRACT AND INTRODUCTION</vt:lpstr>
      <vt:lpstr>PROBLEM STATEMENT AND OBJECTIVES</vt:lpstr>
      <vt:lpstr>EXISTING SYSTEM AND PROPOSED SYSTEM</vt:lpstr>
      <vt:lpstr>SYSTEM ARCHITECTURE AND DESIGN</vt:lpstr>
      <vt:lpstr>WORKING METHODOLOGY</vt:lpstr>
      <vt:lpstr>SYSTEM CALLS AND THEIR FUNCTIONS</vt:lpstr>
      <vt:lpstr>PROCESS MANAGEMENT AND INTER-PROCESS COMMUNICATION</vt:lpstr>
      <vt:lpstr>CLIENT AND SERVER IMPLEMENTATION</vt:lpstr>
      <vt:lpstr>TEAM CONTRIBUTIONS</vt:lpstr>
      <vt:lpstr>RESULTS AND IMPLEMENTATION</vt:lpstr>
      <vt:lpstr>CONCLUSION AND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Multi-User Chat Application Using Linux System Calls</dc:title>
  <dc:subject>PptxGenJS Presentation</dc:subject>
  <dc:creator>Team 15</dc:creator>
  <cp:lastModifiedBy>Vadakattu bharath kumar</cp:lastModifiedBy>
  <cp:revision>2</cp:revision>
  <dcterms:created xsi:type="dcterms:W3CDTF">2026-10-31T08:38:42Z</dcterms:created>
  <dcterms:modified xsi:type="dcterms:W3CDTF">2026-10-31T08:46:26Z</dcterms:modified>
</cp:coreProperties>
</file>